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82296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75" d="100"/>
          <a:sy n="175" d="100"/>
        </p:scale>
        <p:origin x="7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748242"/>
            <a:ext cx="61722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401359"/>
            <a:ext cx="61722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23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4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1139826"/>
            <a:ext cx="709803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3059642"/>
            <a:ext cx="709803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09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1217083"/>
            <a:ext cx="349758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1217083"/>
            <a:ext cx="349758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31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243417"/>
            <a:ext cx="709803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7" y="1120775"/>
            <a:ext cx="3481506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7" y="1670050"/>
            <a:ext cx="348150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1120775"/>
            <a:ext cx="3498652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1670050"/>
            <a:ext cx="3498652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2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21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35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04800"/>
            <a:ext cx="2654260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658284"/>
            <a:ext cx="416623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371600"/>
            <a:ext cx="2654260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5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04800"/>
            <a:ext cx="2654260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658284"/>
            <a:ext cx="416623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371600"/>
            <a:ext cx="2654260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4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0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7" y="243417"/>
            <a:ext cx="177450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243417"/>
            <a:ext cx="522065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71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243417"/>
            <a:ext cx="709803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1217083"/>
            <a:ext cx="709803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4237567"/>
            <a:ext cx="18516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4237567"/>
            <a:ext cx="277749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4237567"/>
            <a:ext cx="18516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6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15FA96A-511B-A59B-5EC5-91E7D400D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" y="0"/>
            <a:ext cx="8221889" cy="44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0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Davin Hill</dc:creator>
  <cp:lastModifiedBy>Davin Hill</cp:lastModifiedBy>
  <cp:revision>2</cp:revision>
  <dcterms:created xsi:type="dcterms:W3CDTF">2023-04-25T01:32:25Z</dcterms:created>
  <dcterms:modified xsi:type="dcterms:W3CDTF">2023-04-25T02:46:15Z</dcterms:modified>
</cp:coreProperties>
</file>