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4"/>
  </p:notesMasterIdLst>
  <p:sldIdLst>
    <p:sldId id="261" r:id="rId2"/>
    <p:sldId id="262" r:id="rId3"/>
  </p:sldIdLst>
  <p:sldSz cx="31089600" cy="3840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36D9AD-4281-DAEA-A517-0969DE02E72B}" name="Davin Hill" initials="DH" userId="S::hill.davi@northeastern.edu::3272ffd6-0257-4d8a-949d-908ea82bad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ABC0E4"/>
    <a:srgbClr val="00367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21"/>
    <p:restoredTop sz="98288"/>
  </p:normalViewPr>
  <p:slideViewPr>
    <p:cSldViewPr snapToGrid="0" snapToObjects="1">
      <p:cViewPr>
        <p:scale>
          <a:sx n="30" d="100"/>
          <a:sy n="30" d="100"/>
        </p:scale>
        <p:origin x="2720" y="-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4FF11-69C7-3D4A-A4C4-F351848C4710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79638" y="1143000"/>
            <a:ext cx="2498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E991C-9843-3246-83FC-DC528B640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8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0768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1pPr>
    <a:lvl2pPr marL="445385" algn="l" defTabSz="890768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2pPr>
    <a:lvl3pPr marL="890768" algn="l" defTabSz="890768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3pPr>
    <a:lvl4pPr marL="1336153" algn="l" defTabSz="890768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4pPr>
    <a:lvl5pPr marL="1781539" algn="l" defTabSz="890768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5pPr>
    <a:lvl6pPr marL="2226924" algn="l" defTabSz="890768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6pPr>
    <a:lvl7pPr marL="2672307" algn="l" defTabSz="890768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7pPr>
    <a:lvl8pPr marL="3117691" algn="l" defTabSz="890768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8pPr>
    <a:lvl9pPr marL="3563075" algn="l" defTabSz="890768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81225" y="1143000"/>
            <a:ext cx="24955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E991C-9843-3246-83FC-DC528B640C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54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720" y="6285233"/>
            <a:ext cx="26426160" cy="13370560"/>
          </a:xfrm>
        </p:spPr>
        <p:txBody>
          <a:bodyPr anchor="b"/>
          <a:lstStyle>
            <a:lvl1pPr algn="ctr">
              <a:defRPr sz="20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0" y="20171415"/>
            <a:ext cx="23317200" cy="9272267"/>
          </a:xfrm>
        </p:spPr>
        <p:txBody>
          <a:bodyPr/>
          <a:lstStyle>
            <a:lvl1pPr marL="0" indent="0" algn="ctr">
              <a:buNone/>
              <a:defRPr sz="8160"/>
            </a:lvl1pPr>
            <a:lvl2pPr marL="1554492" indent="0" algn="ctr">
              <a:buNone/>
              <a:defRPr sz="6800"/>
            </a:lvl2pPr>
            <a:lvl3pPr marL="3108984" indent="0" algn="ctr">
              <a:buNone/>
              <a:defRPr sz="6120"/>
            </a:lvl3pPr>
            <a:lvl4pPr marL="4663477" indent="0" algn="ctr">
              <a:buNone/>
              <a:defRPr sz="5440"/>
            </a:lvl4pPr>
            <a:lvl5pPr marL="6217970" indent="0" algn="ctr">
              <a:buNone/>
              <a:defRPr sz="5440"/>
            </a:lvl5pPr>
            <a:lvl6pPr marL="7772463" indent="0" algn="ctr">
              <a:buNone/>
              <a:defRPr sz="5440"/>
            </a:lvl6pPr>
            <a:lvl7pPr marL="9326955" indent="0" algn="ctr">
              <a:buNone/>
              <a:defRPr sz="5440"/>
            </a:lvl7pPr>
            <a:lvl8pPr marL="10881447" indent="0" algn="ctr">
              <a:buNone/>
              <a:defRPr sz="5440"/>
            </a:lvl8pPr>
            <a:lvl9pPr marL="12435939" indent="0" algn="ctr">
              <a:buNone/>
              <a:defRPr sz="5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7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1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1219" y="9574543"/>
            <a:ext cx="26814780" cy="15975327"/>
          </a:xfrm>
        </p:spPr>
        <p:txBody>
          <a:bodyPr anchor="b"/>
          <a:lstStyle>
            <a:lvl1pPr>
              <a:defRPr sz="20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219" y="25701002"/>
            <a:ext cx="26814780" cy="8401047"/>
          </a:xfrm>
        </p:spPr>
        <p:txBody>
          <a:bodyPr/>
          <a:lstStyle>
            <a:lvl1pPr marL="0" indent="0">
              <a:buNone/>
              <a:defRPr sz="8160">
                <a:solidFill>
                  <a:schemeClr val="tx1"/>
                </a:solidFill>
              </a:defRPr>
            </a:lvl1pPr>
            <a:lvl2pPr marL="1554492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2pPr>
            <a:lvl3pPr marL="3108984" indent="0">
              <a:buNone/>
              <a:defRPr sz="6120">
                <a:solidFill>
                  <a:schemeClr val="tx1">
                    <a:tint val="75000"/>
                  </a:schemeClr>
                </a:solidFill>
              </a:defRPr>
            </a:lvl3pPr>
            <a:lvl4pPr marL="4663477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4pPr>
            <a:lvl5pPr marL="6217970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5pPr>
            <a:lvl6pPr marL="7772463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6pPr>
            <a:lvl7pPr marL="9326955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7pPr>
            <a:lvl8pPr marL="10881447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8pPr>
            <a:lvl9pPr marL="12435939" indent="0">
              <a:buNone/>
              <a:defRPr sz="5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2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37410" y="10223502"/>
            <a:ext cx="1321308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39110" y="10223502"/>
            <a:ext cx="1321308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0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59" y="2044708"/>
            <a:ext cx="26814780" cy="74231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463" y="9414515"/>
            <a:ext cx="13152356" cy="4613907"/>
          </a:xfrm>
        </p:spPr>
        <p:txBody>
          <a:bodyPr anchor="b"/>
          <a:lstStyle>
            <a:lvl1pPr marL="0" indent="0">
              <a:buNone/>
              <a:defRPr sz="8160" b="1"/>
            </a:lvl1pPr>
            <a:lvl2pPr marL="1554492" indent="0">
              <a:buNone/>
              <a:defRPr sz="6800" b="1"/>
            </a:lvl2pPr>
            <a:lvl3pPr marL="3108984" indent="0">
              <a:buNone/>
              <a:defRPr sz="6120" b="1"/>
            </a:lvl3pPr>
            <a:lvl4pPr marL="4663477" indent="0">
              <a:buNone/>
              <a:defRPr sz="5440" b="1"/>
            </a:lvl4pPr>
            <a:lvl5pPr marL="6217970" indent="0">
              <a:buNone/>
              <a:defRPr sz="5440" b="1"/>
            </a:lvl5pPr>
            <a:lvl6pPr marL="7772463" indent="0">
              <a:buNone/>
              <a:defRPr sz="5440" b="1"/>
            </a:lvl6pPr>
            <a:lvl7pPr marL="9326955" indent="0">
              <a:buNone/>
              <a:defRPr sz="5440" b="1"/>
            </a:lvl7pPr>
            <a:lvl8pPr marL="10881447" indent="0">
              <a:buNone/>
              <a:defRPr sz="5440" b="1"/>
            </a:lvl8pPr>
            <a:lvl9pPr marL="12435939" indent="0">
              <a:buNone/>
              <a:defRPr sz="5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1463" y="14028422"/>
            <a:ext cx="13152356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39113" y="9414515"/>
            <a:ext cx="13217129" cy="4613907"/>
          </a:xfrm>
        </p:spPr>
        <p:txBody>
          <a:bodyPr anchor="b"/>
          <a:lstStyle>
            <a:lvl1pPr marL="0" indent="0">
              <a:buNone/>
              <a:defRPr sz="8160" b="1"/>
            </a:lvl1pPr>
            <a:lvl2pPr marL="1554492" indent="0">
              <a:buNone/>
              <a:defRPr sz="6800" b="1"/>
            </a:lvl2pPr>
            <a:lvl3pPr marL="3108984" indent="0">
              <a:buNone/>
              <a:defRPr sz="6120" b="1"/>
            </a:lvl3pPr>
            <a:lvl4pPr marL="4663477" indent="0">
              <a:buNone/>
              <a:defRPr sz="5440" b="1"/>
            </a:lvl4pPr>
            <a:lvl5pPr marL="6217970" indent="0">
              <a:buNone/>
              <a:defRPr sz="5440" b="1"/>
            </a:lvl5pPr>
            <a:lvl6pPr marL="7772463" indent="0">
              <a:buNone/>
              <a:defRPr sz="5440" b="1"/>
            </a:lvl6pPr>
            <a:lvl7pPr marL="9326955" indent="0">
              <a:buNone/>
              <a:defRPr sz="5440" b="1"/>
            </a:lvl7pPr>
            <a:lvl8pPr marL="10881447" indent="0">
              <a:buNone/>
              <a:defRPr sz="5440" b="1"/>
            </a:lvl8pPr>
            <a:lvl9pPr marL="12435939" indent="0">
              <a:buNone/>
              <a:defRPr sz="5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39113" y="14028422"/>
            <a:ext cx="13217129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7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13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1" y="2560320"/>
            <a:ext cx="10027205" cy="8961120"/>
          </a:xfrm>
        </p:spPr>
        <p:txBody>
          <a:bodyPr anchor="b"/>
          <a:lstStyle>
            <a:lvl1pPr>
              <a:defRPr sz="10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17129" y="5529588"/>
            <a:ext cx="15739110" cy="27292300"/>
          </a:xfrm>
        </p:spPr>
        <p:txBody>
          <a:bodyPr/>
          <a:lstStyle>
            <a:lvl1pPr>
              <a:defRPr sz="10880"/>
            </a:lvl1pPr>
            <a:lvl2pPr>
              <a:defRPr sz="9520"/>
            </a:lvl2pPr>
            <a:lvl3pPr>
              <a:defRPr sz="8160"/>
            </a:lvl3pPr>
            <a:lvl4pPr>
              <a:defRPr sz="6800"/>
            </a:lvl4pPr>
            <a:lvl5pPr>
              <a:defRPr sz="6800"/>
            </a:lvl5pPr>
            <a:lvl6pPr>
              <a:defRPr sz="6800"/>
            </a:lvl6pPr>
            <a:lvl7pPr>
              <a:defRPr sz="6800"/>
            </a:lvl7pPr>
            <a:lvl8pPr>
              <a:defRPr sz="6800"/>
            </a:lvl8pPr>
            <a:lvl9pPr>
              <a:defRPr sz="6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1" y="11521441"/>
            <a:ext cx="10027205" cy="21344893"/>
          </a:xfrm>
        </p:spPr>
        <p:txBody>
          <a:bodyPr/>
          <a:lstStyle>
            <a:lvl1pPr marL="0" indent="0">
              <a:buNone/>
              <a:defRPr sz="5440"/>
            </a:lvl1pPr>
            <a:lvl2pPr marL="1554492" indent="0">
              <a:buNone/>
              <a:defRPr sz="4760"/>
            </a:lvl2pPr>
            <a:lvl3pPr marL="3108984" indent="0">
              <a:buNone/>
              <a:defRPr sz="4080"/>
            </a:lvl3pPr>
            <a:lvl4pPr marL="4663477" indent="0">
              <a:buNone/>
              <a:defRPr sz="3400"/>
            </a:lvl4pPr>
            <a:lvl5pPr marL="6217970" indent="0">
              <a:buNone/>
              <a:defRPr sz="3400"/>
            </a:lvl5pPr>
            <a:lvl6pPr marL="7772463" indent="0">
              <a:buNone/>
              <a:defRPr sz="3400"/>
            </a:lvl6pPr>
            <a:lvl7pPr marL="9326955" indent="0">
              <a:buNone/>
              <a:defRPr sz="3400"/>
            </a:lvl7pPr>
            <a:lvl8pPr marL="10881447" indent="0">
              <a:buNone/>
              <a:defRPr sz="3400"/>
            </a:lvl8pPr>
            <a:lvl9pPr marL="12435939" indent="0">
              <a:buNone/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5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1" y="2560320"/>
            <a:ext cx="10027205" cy="8961120"/>
          </a:xfrm>
        </p:spPr>
        <p:txBody>
          <a:bodyPr anchor="b"/>
          <a:lstStyle>
            <a:lvl1pPr>
              <a:defRPr sz="10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217129" y="5529588"/>
            <a:ext cx="15739110" cy="27292300"/>
          </a:xfrm>
        </p:spPr>
        <p:txBody>
          <a:bodyPr anchor="t"/>
          <a:lstStyle>
            <a:lvl1pPr marL="0" indent="0">
              <a:buNone/>
              <a:defRPr sz="10880"/>
            </a:lvl1pPr>
            <a:lvl2pPr marL="1554492" indent="0">
              <a:buNone/>
              <a:defRPr sz="9520"/>
            </a:lvl2pPr>
            <a:lvl3pPr marL="3108984" indent="0">
              <a:buNone/>
              <a:defRPr sz="8160"/>
            </a:lvl3pPr>
            <a:lvl4pPr marL="4663477" indent="0">
              <a:buNone/>
              <a:defRPr sz="6800"/>
            </a:lvl4pPr>
            <a:lvl5pPr marL="6217970" indent="0">
              <a:buNone/>
              <a:defRPr sz="6800"/>
            </a:lvl5pPr>
            <a:lvl6pPr marL="7772463" indent="0">
              <a:buNone/>
              <a:defRPr sz="6800"/>
            </a:lvl6pPr>
            <a:lvl7pPr marL="9326955" indent="0">
              <a:buNone/>
              <a:defRPr sz="6800"/>
            </a:lvl7pPr>
            <a:lvl8pPr marL="10881447" indent="0">
              <a:buNone/>
              <a:defRPr sz="6800"/>
            </a:lvl8pPr>
            <a:lvl9pPr marL="12435939" indent="0">
              <a:buNone/>
              <a:defRPr sz="6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1" y="11521441"/>
            <a:ext cx="10027205" cy="21344893"/>
          </a:xfrm>
        </p:spPr>
        <p:txBody>
          <a:bodyPr/>
          <a:lstStyle>
            <a:lvl1pPr marL="0" indent="0">
              <a:buNone/>
              <a:defRPr sz="5440"/>
            </a:lvl1pPr>
            <a:lvl2pPr marL="1554492" indent="0">
              <a:buNone/>
              <a:defRPr sz="4760"/>
            </a:lvl2pPr>
            <a:lvl3pPr marL="3108984" indent="0">
              <a:buNone/>
              <a:defRPr sz="4080"/>
            </a:lvl3pPr>
            <a:lvl4pPr marL="4663477" indent="0">
              <a:buNone/>
              <a:defRPr sz="3400"/>
            </a:lvl4pPr>
            <a:lvl5pPr marL="6217970" indent="0">
              <a:buNone/>
              <a:defRPr sz="3400"/>
            </a:lvl5pPr>
            <a:lvl6pPr marL="7772463" indent="0">
              <a:buNone/>
              <a:defRPr sz="3400"/>
            </a:lvl6pPr>
            <a:lvl7pPr marL="9326955" indent="0">
              <a:buNone/>
              <a:defRPr sz="3400"/>
            </a:lvl7pPr>
            <a:lvl8pPr marL="10881447" indent="0">
              <a:buNone/>
              <a:defRPr sz="3400"/>
            </a:lvl8pPr>
            <a:lvl9pPr marL="12435939" indent="0">
              <a:buNone/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23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5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248497" y="2044702"/>
            <a:ext cx="6703696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7413" y="2044702"/>
            <a:ext cx="19722466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8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7410" y="2044708"/>
            <a:ext cx="26814780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7410" y="10223502"/>
            <a:ext cx="26814780" cy="2436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37410" y="35595568"/>
            <a:ext cx="699516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F0CD7-E566-3E41-9CB5-BD8D97338BC2}" type="datetimeFigureOut">
              <a:rPr lang="en-US" smtClean="0"/>
              <a:t>10/31/23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98430" y="35595568"/>
            <a:ext cx="1049274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957030" y="35595568"/>
            <a:ext cx="699516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60CB7-7F25-C74B-9597-4E91455D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63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108984" rtl="0" eaLnBrk="1" latinLnBrk="0" hangingPunct="1">
        <a:lnSpc>
          <a:spcPct val="90000"/>
        </a:lnSpc>
        <a:spcBef>
          <a:spcPct val="0"/>
        </a:spcBef>
        <a:buNone/>
        <a:defRPr sz="14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7247" indent="-777247" algn="l" defTabSz="3108984" rtl="0" eaLnBrk="1" latinLnBrk="0" hangingPunct="1">
        <a:lnSpc>
          <a:spcPct val="90000"/>
        </a:lnSpc>
        <a:spcBef>
          <a:spcPts val="3400"/>
        </a:spcBef>
        <a:buFont typeface="Arial" panose="020B0604020202020204" pitchFamily="34" charset="0"/>
        <a:buChar char="•"/>
        <a:defRPr sz="9520" kern="1200">
          <a:solidFill>
            <a:schemeClr val="tx1"/>
          </a:solidFill>
          <a:latin typeface="+mn-lt"/>
          <a:ea typeface="+mn-ea"/>
          <a:cs typeface="+mn-cs"/>
        </a:defRPr>
      </a:lvl1pPr>
      <a:lvl2pPr marL="2331739" indent="-777247" algn="l" defTabSz="3108984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8160" kern="1200">
          <a:solidFill>
            <a:schemeClr val="tx1"/>
          </a:solidFill>
          <a:latin typeface="+mn-lt"/>
          <a:ea typeface="+mn-ea"/>
          <a:cs typeface="+mn-cs"/>
        </a:defRPr>
      </a:lvl2pPr>
      <a:lvl3pPr marL="3886231" indent="-777247" algn="l" defTabSz="3108984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3pPr>
      <a:lvl4pPr marL="5440724" indent="-777247" algn="l" defTabSz="3108984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4pPr>
      <a:lvl5pPr marL="6995216" indent="-777247" algn="l" defTabSz="3108984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5pPr>
      <a:lvl6pPr marL="8549708" indent="-777247" algn="l" defTabSz="3108984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6pPr>
      <a:lvl7pPr marL="10104200" indent="-777247" algn="l" defTabSz="3108984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7pPr>
      <a:lvl8pPr marL="11658694" indent="-777247" algn="l" defTabSz="3108984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8pPr>
      <a:lvl9pPr marL="13213186" indent="-777247" algn="l" defTabSz="3108984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61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08984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1pPr>
      <a:lvl2pPr marL="1554492" algn="l" defTabSz="3108984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2pPr>
      <a:lvl3pPr marL="3108984" algn="l" defTabSz="3108984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77" algn="l" defTabSz="3108984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4pPr>
      <a:lvl5pPr marL="6217970" algn="l" defTabSz="3108984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5pPr>
      <a:lvl6pPr marL="7772463" algn="l" defTabSz="3108984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6pPr>
      <a:lvl7pPr marL="9326955" algn="l" defTabSz="3108984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7pPr>
      <a:lvl8pPr marL="10881447" algn="l" defTabSz="3108984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939" algn="l" defTabSz="3108984" rtl="0" eaLnBrk="1" latinLnBrk="0" hangingPunct="1">
        <a:defRPr sz="61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 descr="A graph of numbers and graphs&#10;&#10;Description automatically generated">
            <a:extLst>
              <a:ext uri="{FF2B5EF4-FFF2-40B4-BE49-F238E27FC236}">
                <a16:creationId xmlns:a16="http://schemas.microsoft.com/office/drawing/2014/main" id="{83896FF6-0CB9-F084-BC10-75EB2BC9A1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" b="5669"/>
          <a:stretch/>
        </p:blipFill>
        <p:spPr>
          <a:xfrm>
            <a:off x="8843233" y="28847328"/>
            <a:ext cx="11017957" cy="3525114"/>
          </a:xfrm>
          <a:prstGeom prst="rect">
            <a:avLst/>
          </a:prstGeom>
        </p:spPr>
      </p:pic>
      <p:pic>
        <p:nvPicPr>
          <p:cNvPr id="92" name="Picture 91" descr="A graph of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524D57C7-60C9-E103-E0A7-37D676A454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38" b="5844"/>
          <a:stretch/>
        </p:blipFill>
        <p:spPr>
          <a:xfrm>
            <a:off x="8912972" y="32837379"/>
            <a:ext cx="10680226" cy="3299409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F4636386-31E6-48A8-D8CA-B2BB14ED97AA}"/>
              </a:ext>
            </a:extLst>
          </p:cNvPr>
          <p:cNvSpPr>
            <a:spLocks noChangeAspect="1"/>
          </p:cNvSpPr>
          <p:nvPr/>
        </p:nvSpPr>
        <p:spPr>
          <a:xfrm>
            <a:off x="8583609" y="25241215"/>
            <a:ext cx="11272059" cy="112765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D291083-D8B4-A6A8-8AB8-17A1709ADF24}"/>
              </a:ext>
            </a:extLst>
          </p:cNvPr>
          <p:cNvCxnSpPr>
            <a:cxnSpLocks/>
          </p:cNvCxnSpPr>
          <p:nvPr/>
        </p:nvCxnSpPr>
        <p:spPr>
          <a:xfrm>
            <a:off x="9380171" y="6825299"/>
            <a:ext cx="819766" cy="211530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AF8AA0EA-1E23-115C-F7EB-869725B96235}"/>
              </a:ext>
            </a:extLst>
          </p:cNvPr>
          <p:cNvCxnSpPr>
            <a:cxnSpLocks/>
          </p:cNvCxnSpPr>
          <p:nvPr/>
        </p:nvCxnSpPr>
        <p:spPr>
          <a:xfrm>
            <a:off x="7585132" y="6822014"/>
            <a:ext cx="2634358" cy="215931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42EC3681-BDDD-411A-9111-57BC17A57177}"/>
              </a:ext>
            </a:extLst>
          </p:cNvPr>
          <p:cNvCxnSpPr>
            <a:cxnSpLocks/>
          </p:cNvCxnSpPr>
          <p:nvPr/>
        </p:nvCxnSpPr>
        <p:spPr>
          <a:xfrm>
            <a:off x="5814752" y="6735652"/>
            <a:ext cx="4404738" cy="224061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454D51A-431D-D11F-F103-69041D7683B3}"/>
              </a:ext>
            </a:extLst>
          </p:cNvPr>
          <p:cNvCxnSpPr>
            <a:cxnSpLocks/>
          </p:cNvCxnSpPr>
          <p:nvPr/>
        </p:nvCxnSpPr>
        <p:spPr>
          <a:xfrm flipH="1">
            <a:off x="8493528" y="6642713"/>
            <a:ext cx="867086" cy="224750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393DC1C-ED93-D197-99AF-0EDDE2C0E2DB}"/>
              </a:ext>
            </a:extLst>
          </p:cNvPr>
          <p:cNvCxnSpPr>
            <a:cxnSpLocks/>
          </p:cNvCxnSpPr>
          <p:nvPr/>
        </p:nvCxnSpPr>
        <p:spPr>
          <a:xfrm flipH="1">
            <a:off x="6763304" y="6690636"/>
            <a:ext cx="2638322" cy="229069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F8E22EA-D224-9DB8-0846-8BD63072AAD1}"/>
              </a:ext>
            </a:extLst>
          </p:cNvPr>
          <p:cNvCxnSpPr>
            <a:cxnSpLocks/>
          </p:cNvCxnSpPr>
          <p:nvPr/>
        </p:nvCxnSpPr>
        <p:spPr>
          <a:xfrm flipH="1">
            <a:off x="5033862" y="6704722"/>
            <a:ext cx="4336710" cy="223341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5F714A63-11FA-B1C8-D688-738E25267922}"/>
              </a:ext>
            </a:extLst>
          </p:cNvPr>
          <p:cNvCxnSpPr>
            <a:cxnSpLocks/>
          </p:cNvCxnSpPr>
          <p:nvPr/>
        </p:nvCxnSpPr>
        <p:spPr>
          <a:xfrm>
            <a:off x="7536571" y="6862569"/>
            <a:ext cx="996272" cy="207556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EC3CB959-7D4F-C36B-94AA-70B46CD7C77C}"/>
              </a:ext>
            </a:extLst>
          </p:cNvPr>
          <p:cNvCxnSpPr>
            <a:cxnSpLocks/>
          </p:cNvCxnSpPr>
          <p:nvPr/>
        </p:nvCxnSpPr>
        <p:spPr>
          <a:xfrm flipH="1">
            <a:off x="6805069" y="6922282"/>
            <a:ext cx="777973" cy="209960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3A723F-B0DC-0C74-1C7F-7CB6D3C1ED07}"/>
              </a:ext>
            </a:extLst>
          </p:cNvPr>
          <p:cNvCxnSpPr>
            <a:cxnSpLocks/>
          </p:cNvCxnSpPr>
          <p:nvPr/>
        </p:nvCxnSpPr>
        <p:spPr>
          <a:xfrm flipH="1">
            <a:off x="5035796" y="6859285"/>
            <a:ext cx="2549179" cy="207885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B7595B32-3F54-15ED-A94F-A6E0466A9ACC}"/>
              </a:ext>
            </a:extLst>
          </p:cNvPr>
          <p:cNvCxnSpPr>
            <a:cxnSpLocks/>
          </p:cNvCxnSpPr>
          <p:nvPr/>
        </p:nvCxnSpPr>
        <p:spPr>
          <a:xfrm flipH="1">
            <a:off x="5078444" y="6822011"/>
            <a:ext cx="776880" cy="211612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DA0B3B7-676A-B3D9-9051-B05552B3D0F2}"/>
              </a:ext>
            </a:extLst>
          </p:cNvPr>
          <p:cNvCxnSpPr>
            <a:cxnSpLocks/>
          </p:cNvCxnSpPr>
          <p:nvPr/>
        </p:nvCxnSpPr>
        <p:spPr>
          <a:xfrm>
            <a:off x="10200258" y="8859809"/>
            <a:ext cx="38470" cy="184776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456E115-94A8-7B3D-0D1A-22273A4E99D0}"/>
              </a:ext>
            </a:extLst>
          </p:cNvPr>
          <p:cNvCxnSpPr>
            <a:cxnSpLocks/>
          </p:cNvCxnSpPr>
          <p:nvPr/>
        </p:nvCxnSpPr>
        <p:spPr>
          <a:xfrm flipH="1">
            <a:off x="8474142" y="8989035"/>
            <a:ext cx="1730535" cy="171727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066910E-1C42-BED2-D215-2827E21980D0}"/>
              </a:ext>
            </a:extLst>
          </p:cNvPr>
          <p:cNvCxnSpPr>
            <a:cxnSpLocks/>
          </p:cNvCxnSpPr>
          <p:nvPr/>
        </p:nvCxnSpPr>
        <p:spPr>
          <a:xfrm flipH="1">
            <a:off x="6679275" y="8881084"/>
            <a:ext cx="3561384" cy="192377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19F7333-870E-2298-2447-E56EEF3D3D39}"/>
              </a:ext>
            </a:extLst>
          </p:cNvPr>
          <p:cNvCxnSpPr>
            <a:cxnSpLocks/>
          </p:cNvCxnSpPr>
          <p:nvPr/>
        </p:nvCxnSpPr>
        <p:spPr>
          <a:xfrm flipH="1">
            <a:off x="4964051" y="8863095"/>
            <a:ext cx="5330583" cy="177674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7858854-B826-E701-A26E-562B702CF835}"/>
              </a:ext>
            </a:extLst>
          </p:cNvPr>
          <p:cNvCxnSpPr>
            <a:cxnSpLocks/>
          </p:cNvCxnSpPr>
          <p:nvPr/>
        </p:nvCxnSpPr>
        <p:spPr>
          <a:xfrm>
            <a:off x="8538472" y="8909362"/>
            <a:ext cx="1664270" cy="183419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07265A8-8DF5-8526-E44D-A4806F84BECE}"/>
              </a:ext>
            </a:extLst>
          </p:cNvPr>
          <p:cNvCxnSpPr>
            <a:cxnSpLocks/>
          </p:cNvCxnSpPr>
          <p:nvPr/>
        </p:nvCxnSpPr>
        <p:spPr>
          <a:xfrm>
            <a:off x="6782862" y="8989130"/>
            <a:ext cx="3563817" cy="189835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867947E-FE8D-3345-90F0-3942EF490405}"/>
              </a:ext>
            </a:extLst>
          </p:cNvPr>
          <p:cNvCxnSpPr>
            <a:cxnSpLocks/>
          </p:cNvCxnSpPr>
          <p:nvPr/>
        </p:nvCxnSpPr>
        <p:spPr>
          <a:xfrm>
            <a:off x="4928987" y="8952750"/>
            <a:ext cx="5309741" cy="178309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75DD904-7765-BFBD-17C4-015C06F42046}"/>
              </a:ext>
            </a:extLst>
          </p:cNvPr>
          <p:cNvCxnSpPr>
            <a:cxnSpLocks/>
          </p:cNvCxnSpPr>
          <p:nvPr/>
        </p:nvCxnSpPr>
        <p:spPr>
          <a:xfrm>
            <a:off x="4928985" y="8942256"/>
            <a:ext cx="33134" cy="179052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51CFC3B-6592-B28D-0897-4DC0F0DCE88A}"/>
              </a:ext>
            </a:extLst>
          </p:cNvPr>
          <p:cNvCxnSpPr>
            <a:cxnSpLocks/>
          </p:cNvCxnSpPr>
          <p:nvPr/>
        </p:nvCxnSpPr>
        <p:spPr>
          <a:xfrm>
            <a:off x="4962119" y="8989035"/>
            <a:ext cx="1818810" cy="181582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FE7DEFD-04F5-5BA8-FB23-1D07666C0505}"/>
              </a:ext>
            </a:extLst>
          </p:cNvPr>
          <p:cNvCxnSpPr>
            <a:cxnSpLocks/>
          </p:cNvCxnSpPr>
          <p:nvPr/>
        </p:nvCxnSpPr>
        <p:spPr>
          <a:xfrm>
            <a:off x="4968007" y="8968481"/>
            <a:ext cx="3525521" cy="167464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177CD6E-A439-1CF3-B33F-1AA75107AB37}"/>
              </a:ext>
            </a:extLst>
          </p:cNvPr>
          <p:cNvCxnSpPr>
            <a:cxnSpLocks/>
          </p:cNvCxnSpPr>
          <p:nvPr/>
        </p:nvCxnSpPr>
        <p:spPr>
          <a:xfrm flipH="1">
            <a:off x="5089770" y="8968481"/>
            <a:ext cx="1694557" cy="167136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35D6805-0FE4-2BEF-4FBF-22BC06B1D5BE}"/>
              </a:ext>
            </a:extLst>
          </p:cNvPr>
          <p:cNvCxnSpPr>
            <a:cxnSpLocks/>
          </p:cNvCxnSpPr>
          <p:nvPr/>
        </p:nvCxnSpPr>
        <p:spPr>
          <a:xfrm flipH="1">
            <a:off x="6765645" y="8989037"/>
            <a:ext cx="5369" cy="176093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8513523-FE8C-48F7-BC19-283A1225B974}"/>
              </a:ext>
            </a:extLst>
          </p:cNvPr>
          <p:cNvCxnSpPr>
            <a:cxnSpLocks/>
          </p:cNvCxnSpPr>
          <p:nvPr/>
        </p:nvCxnSpPr>
        <p:spPr>
          <a:xfrm flipH="1">
            <a:off x="8456300" y="8989039"/>
            <a:ext cx="74614" cy="173569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B276CC0-776E-238E-6E1D-CAF61851D765}"/>
              </a:ext>
            </a:extLst>
          </p:cNvPr>
          <p:cNvCxnSpPr>
            <a:cxnSpLocks/>
          </p:cNvCxnSpPr>
          <p:nvPr/>
        </p:nvCxnSpPr>
        <p:spPr>
          <a:xfrm flipH="1">
            <a:off x="6652329" y="10756408"/>
            <a:ext cx="3556766" cy="177173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D69FF2A-89A8-F36F-90FA-58FD3316ADF2}"/>
              </a:ext>
            </a:extLst>
          </p:cNvPr>
          <p:cNvCxnSpPr>
            <a:cxnSpLocks/>
          </p:cNvCxnSpPr>
          <p:nvPr/>
        </p:nvCxnSpPr>
        <p:spPr>
          <a:xfrm>
            <a:off x="5012676" y="10804861"/>
            <a:ext cx="3537773" cy="174718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B7BF6D-C8A6-2C5E-949E-FC1669D48EC5}"/>
              </a:ext>
            </a:extLst>
          </p:cNvPr>
          <p:cNvCxnSpPr>
            <a:cxnSpLocks/>
          </p:cNvCxnSpPr>
          <p:nvPr/>
        </p:nvCxnSpPr>
        <p:spPr>
          <a:xfrm>
            <a:off x="5027490" y="10804861"/>
            <a:ext cx="1756834" cy="174718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6A5C92-98BC-2F6C-9C8D-AF74B9A5EBA9}"/>
              </a:ext>
            </a:extLst>
          </p:cNvPr>
          <p:cNvCxnSpPr>
            <a:cxnSpLocks/>
          </p:cNvCxnSpPr>
          <p:nvPr/>
        </p:nvCxnSpPr>
        <p:spPr>
          <a:xfrm>
            <a:off x="6754690" y="10757756"/>
            <a:ext cx="0" cy="179429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299F31-0527-1E0F-02A3-A3E4F56E5773}"/>
              </a:ext>
            </a:extLst>
          </p:cNvPr>
          <p:cNvCxnSpPr>
            <a:cxnSpLocks/>
          </p:cNvCxnSpPr>
          <p:nvPr/>
        </p:nvCxnSpPr>
        <p:spPr>
          <a:xfrm>
            <a:off x="6754691" y="10831346"/>
            <a:ext cx="1688280" cy="167224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785B4E4-B2C7-958D-3272-D2789F20AA55}"/>
              </a:ext>
            </a:extLst>
          </p:cNvPr>
          <p:cNvCxnSpPr>
            <a:cxnSpLocks/>
          </p:cNvCxnSpPr>
          <p:nvPr/>
        </p:nvCxnSpPr>
        <p:spPr>
          <a:xfrm flipH="1">
            <a:off x="6754694" y="10770527"/>
            <a:ext cx="1727201" cy="168989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443C3C-0840-4D25-5D96-E051D960C47C}"/>
              </a:ext>
            </a:extLst>
          </p:cNvPr>
          <p:cNvCxnSpPr>
            <a:cxnSpLocks/>
          </p:cNvCxnSpPr>
          <p:nvPr/>
        </p:nvCxnSpPr>
        <p:spPr>
          <a:xfrm>
            <a:off x="8511525" y="10707571"/>
            <a:ext cx="0" cy="184447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781FFB-8716-72E7-11A6-9C075968014C}"/>
              </a:ext>
            </a:extLst>
          </p:cNvPr>
          <p:cNvCxnSpPr>
            <a:cxnSpLocks/>
          </p:cNvCxnSpPr>
          <p:nvPr/>
        </p:nvCxnSpPr>
        <p:spPr>
          <a:xfrm flipH="1">
            <a:off x="8717422" y="10817632"/>
            <a:ext cx="1491672" cy="154858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A54101F-C12C-8E92-4167-B136FD7B1A48}"/>
              </a:ext>
            </a:extLst>
          </p:cNvPr>
          <p:cNvGrpSpPr/>
          <p:nvPr/>
        </p:nvGrpSpPr>
        <p:grpSpPr>
          <a:xfrm>
            <a:off x="4336614" y="6007641"/>
            <a:ext cx="6563361" cy="7211377"/>
            <a:chOff x="5336771" y="5536277"/>
            <a:chExt cx="6949441" cy="763557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49EC776-FAB0-132B-BF1C-09C4697737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67796" y="5586153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4B8A979-B3A9-6EC3-92AF-089FCD0991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96596" y="5586153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0B09A88-F6A9-E8FA-5D55-D0A3450FCC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25397" y="5536277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236FE85-FFAF-BFF4-9282-EC22AB675C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36771" y="9747004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B1C1DF3-0687-1B00-65E7-F4F22B813A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65571" y="9747004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F9E35B9-9EDA-5D91-7609-0C43B90792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94372" y="9697128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99B5FD2-930A-733D-3D26-20F2D4A862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23172" y="9697128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B98724F-DED9-DC03-D826-25366160CB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65571" y="11708813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36BE20C-9FE3-99F9-03F2-9D6B805A1A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94371" y="11708813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9FE7E8A-A3A5-4EDB-753B-859A096D1F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36771" y="7877168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B5DCB98-6101-EF02-5A96-E49099E464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65571" y="7877168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6A4096CC-4174-AB40-0521-8FF0D38B04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94372" y="7827292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C8016C28-80B5-9715-BBED-D58B4C7570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23172" y="7827292"/>
              <a:ext cx="1463040" cy="146304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16"/>
            </a:p>
          </p:txBody>
        </p:sp>
      </p:grpSp>
      <p:sp>
        <p:nvSpPr>
          <p:cNvPr id="34" name="Down Arrow 33">
            <a:extLst>
              <a:ext uri="{FF2B5EF4-FFF2-40B4-BE49-F238E27FC236}">
                <a16:creationId xmlns:a16="http://schemas.microsoft.com/office/drawing/2014/main" id="{EA9CD6E3-0E63-03C7-C137-82894AACDA7E}"/>
              </a:ext>
            </a:extLst>
          </p:cNvPr>
          <p:cNvSpPr/>
          <p:nvPr/>
        </p:nvSpPr>
        <p:spPr>
          <a:xfrm>
            <a:off x="15820392" y="6602490"/>
            <a:ext cx="440436" cy="445614"/>
          </a:xfrm>
          <a:prstGeom prst="downArrow">
            <a:avLst>
              <a:gd name="adj1" fmla="val 50408"/>
              <a:gd name="adj2" fmla="val 4879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4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803FA4-0BD9-B1AA-9E9A-AD23CAE534A8}"/>
              </a:ext>
            </a:extLst>
          </p:cNvPr>
          <p:cNvSpPr/>
          <p:nvPr/>
        </p:nvSpPr>
        <p:spPr>
          <a:xfrm>
            <a:off x="14897158" y="6954678"/>
            <a:ext cx="2301240" cy="727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67" b="1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Downstream Prediction</a:t>
            </a:r>
          </a:p>
        </p:txBody>
      </p:sp>
      <p:pic>
        <p:nvPicPr>
          <p:cNvPr id="36" name="Graphic 35" descr="User with solid fill">
            <a:extLst>
              <a:ext uri="{FF2B5EF4-FFF2-40B4-BE49-F238E27FC236}">
                <a16:creationId xmlns:a16="http://schemas.microsoft.com/office/drawing/2014/main" id="{710982D4-5652-3901-7F69-C4828C56F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64904" y="5437100"/>
            <a:ext cx="720586" cy="720586"/>
          </a:xfrm>
          <a:prstGeom prst="rect">
            <a:avLst/>
          </a:prstGeom>
        </p:spPr>
      </p:pic>
      <p:pic>
        <p:nvPicPr>
          <p:cNvPr id="37" name="Graphic 36" descr="User with solid fill">
            <a:extLst>
              <a:ext uri="{FF2B5EF4-FFF2-40B4-BE49-F238E27FC236}">
                <a16:creationId xmlns:a16="http://schemas.microsoft.com/office/drawing/2014/main" id="{6CEA6B0F-17CC-4FD5-B3A4-1F51DB7115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56075" y="5424809"/>
            <a:ext cx="720586" cy="720586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C383DDE-18E7-CF43-05A0-B66992CB05A6}"/>
              </a:ext>
            </a:extLst>
          </p:cNvPr>
          <p:cNvSpPr/>
          <p:nvPr/>
        </p:nvSpPr>
        <p:spPr>
          <a:xfrm>
            <a:off x="14633481" y="5957190"/>
            <a:ext cx="2807298" cy="727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67" b="1">
                <a:solidFill>
                  <a:schemeClr val="tx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Representation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5196B8-2938-D39F-4E92-DD68EF4382F2}"/>
              </a:ext>
            </a:extLst>
          </p:cNvPr>
          <p:cNvSpPr/>
          <p:nvPr/>
        </p:nvSpPr>
        <p:spPr>
          <a:xfrm>
            <a:off x="14927562" y="5456213"/>
            <a:ext cx="2215844" cy="1059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4"/>
          </a:p>
        </p:txBody>
      </p:sp>
      <p:sp>
        <p:nvSpPr>
          <p:cNvPr id="40" name="Down Arrow 39">
            <a:extLst>
              <a:ext uri="{FF2B5EF4-FFF2-40B4-BE49-F238E27FC236}">
                <a16:creationId xmlns:a16="http://schemas.microsoft.com/office/drawing/2014/main" id="{12FD1C99-97A6-F648-79EE-01EF1861B1D9}"/>
              </a:ext>
            </a:extLst>
          </p:cNvPr>
          <p:cNvSpPr/>
          <p:nvPr/>
        </p:nvSpPr>
        <p:spPr>
          <a:xfrm>
            <a:off x="15799910" y="4902579"/>
            <a:ext cx="440436" cy="447788"/>
          </a:xfrm>
          <a:prstGeom prst="downArrow">
            <a:avLst>
              <a:gd name="adj1" fmla="val 50408"/>
              <a:gd name="adj2" fmla="val 4879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4"/>
          </a:p>
        </p:txBody>
      </p:sp>
      <p:sp>
        <p:nvSpPr>
          <p:cNvPr id="41" name="Down Arrow 40">
            <a:extLst>
              <a:ext uri="{FF2B5EF4-FFF2-40B4-BE49-F238E27FC236}">
                <a16:creationId xmlns:a16="http://schemas.microsoft.com/office/drawing/2014/main" id="{B758F377-4E66-888C-20C4-0A13FCA91236}"/>
              </a:ext>
            </a:extLst>
          </p:cNvPr>
          <p:cNvSpPr/>
          <p:nvPr/>
        </p:nvSpPr>
        <p:spPr>
          <a:xfrm rot="2179840">
            <a:off x="16255011" y="2648039"/>
            <a:ext cx="440436" cy="820420"/>
          </a:xfrm>
          <a:prstGeom prst="downArrow">
            <a:avLst>
              <a:gd name="adj1" fmla="val 50408"/>
              <a:gd name="adj2" fmla="val 4879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4"/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B20F328C-457B-4DB1-7909-C5F4489BF661}"/>
              </a:ext>
            </a:extLst>
          </p:cNvPr>
          <p:cNvSpPr/>
          <p:nvPr/>
        </p:nvSpPr>
        <p:spPr>
          <a:xfrm rot="18970625">
            <a:off x="15419757" y="2677445"/>
            <a:ext cx="437666" cy="822418"/>
          </a:xfrm>
          <a:prstGeom prst="downArrow">
            <a:avLst>
              <a:gd name="adj1" fmla="val 50408"/>
              <a:gd name="adj2" fmla="val 4879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4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7103ED43-9632-7FD3-D2E5-3F75FB816EE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5029" b="8304"/>
          <a:stretch/>
        </p:blipFill>
        <p:spPr>
          <a:xfrm>
            <a:off x="14699323" y="1887009"/>
            <a:ext cx="1463040" cy="972605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6218C44A-CC7B-DAF8-53B4-C24B7F9A5F5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7298" b="8047"/>
          <a:stretch/>
        </p:blipFill>
        <p:spPr>
          <a:xfrm>
            <a:off x="16271013" y="1864282"/>
            <a:ext cx="1548025" cy="1037287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id="{8F9C819C-B0A6-A9FB-384D-C302C1DB4F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54643" y="2356694"/>
            <a:ext cx="720586" cy="720586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id="{1E5120B6-1A59-3287-7B9D-9C098EC65C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46884" y="2356694"/>
            <a:ext cx="720586" cy="720586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7F847DD-53B3-A030-14AE-5709E30C57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127789" y="3471559"/>
            <a:ext cx="1720948" cy="1367558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FCFC4E16-319F-5DFE-89B8-976FA0282136}"/>
              </a:ext>
            </a:extLst>
          </p:cNvPr>
          <p:cNvSpPr/>
          <p:nvPr/>
        </p:nvSpPr>
        <p:spPr>
          <a:xfrm>
            <a:off x="16227844" y="3137115"/>
            <a:ext cx="1920241" cy="9668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67" b="1">
                <a:solidFill>
                  <a:schemeClr val="tx1"/>
                </a:solidFill>
              </a:rPr>
              <a:t>Neural Network</a:t>
            </a:r>
          </a:p>
        </p:txBody>
      </p:sp>
      <p:sp>
        <p:nvSpPr>
          <p:cNvPr id="49" name="Down Arrow 48">
            <a:extLst>
              <a:ext uri="{FF2B5EF4-FFF2-40B4-BE49-F238E27FC236}">
                <a16:creationId xmlns:a16="http://schemas.microsoft.com/office/drawing/2014/main" id="{A4B57D47-6F1F-C0AC-3BFD-D53B266C38A4}"/>
              </a:ext>
            </a:extLst>
          </p:cNvPr>
          <p:cNvSpPr/>
          <p:nvPr/>
        </p:nvSpPr>
        <p:spPr>
          <a:xfrm>
            <a:off x="15829840" y="13217576"/>
            <a:ext cx="440436" cy="445614"/>
          </a:xfrm>
          <a:prstGeom prst="downArrow">
            <a:avLst>
              <a:gd name="adj1" fmla="val 50408"/>
              <a:gd name="adj2" fmla="val 4879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4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FF07B3C-5EEC-5801-B30E-552B1F0A4DF5}"/>
              </a:ext>
            </a:extLst>
          </p:cNvPr>
          <p:cNvGrpSpPr/>
          <p:nvPr/>
        </p:nvGrpSpPr>
        <p:grpSpPr>
          <a:xfrm>
            <a:off x="20974608" y="8832972"/>
            <a:ext cx="2807298" cy="1259742"/>
            <a:chOff x="16249341" y="11923370"/>
            <a:chExt cx="2972433" cy="1333844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C171728-7D50-4E45-508B-19284A99D0FC}"/>
                </a:ext>
              </a:extLst>
            </p:cNvPr>
            <p:cNvSpPr/>
            <p:nvPr/>
          </p:nvSpPr>
          <p:spPr>
            <a:xfrm>
              <a:off x="16249341" y="12487065"/>
              <a:ext cx="2972433" cy="7701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7" b="1">
                  <a:solidFill>
                    <a:schemeClr val="tx1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Representation</a:t>
              </a:r>
            </a:p>
          </p:txBody>
        </p:sp>
        <p:pic>
          <p:nvPicPr>
            <p:cNvPr id="53" name="Graphic 52" descr="User with solid fill">
              <a:extLst>
                <a:ext uri="{FF2B5EF4-FFF2-40B4-BE49-F238E27FC236}">
                  <a16:creationId xmlns:a16="http://schemas.microsoft.com/office/drawing/2014/main" id="{1CD4874D-49B8-4418-9B16-1449D19AA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023789" y="11936383"/>
              <a:ext cx="762974" cy="762974"/>
            </a:xfrm>
            <a:prstGeom prst="rect">
              <a:avLst/>
            </a:prstGeom>
          </p:spPr>
        </p:pic>
        <p:pic>
          <p:nvPicPr>
            <p:cNvPr id="54" name="Graphic 53" descr="User with solid fill">
              <a:extLst>
                <a:ext uri="{FF2B5EF4-FFF2-40B4-BE49-F238E27FC236}">
                  <a16:creationId xmlns:a16="http://schemas.microsoft.com/office/drawing/2014/main" id="{8AD5E646-4D3A-9ED4-0894-2A97E0037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755618" y="11923370"/>
              <a:ext cx="762974" cy="762974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B53A966-BC03-AD49-FFAB-887FEA873AC1}"/>
                </a:ext>
              </a:extLst>
            </p:cNvPr>
            <p:cNvSpPr/>
            <p:nvPr/>
          </p:nvSpPr>
          <p:spPr>
            <a:xfrm>
              <a:off x="16664239" y="11973872"/>
              <a:ext cx="2227610" cy="112164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54"/>
            </a:p>
          </p:txBody>
        </p:sp>
      </p:grpSp>
      <p:sp>
        <p:nvSpPr>
          <p:cNvPr id="56" name="Down Arrow 55">
            <a:extLst>
              <a:ext uri="{FF2B5EF4-FFF2-40B4-BE49-F238E27FC236}">
                <a16:creationId xmlns:a16="http://schemas.microsoft.com/office/drawing/2014/main" id="{999CB1F4-0CEC-CB20-0A7F-8ABF72A0EC78}"/>
              </a:ext>
            </a:extLst>
          </p:cNvPr>
          <p:cNvSpPr/>
          <p:nvPr/>
        </p:nvSpPr>
        <p:spPr>
          <a:xfrm>
            <a:off x="14245100" y="12104260"/>
            <a:ext cx="440436" cy="447788"/>
          </a:xfrm>
          <a:prstGeom prst="downArrow">
            <a:avLst>
              <a:gd name="adj1" fmla="val 50408"/>
              <a:gd name="adj2" fmla="val 4879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4"/>
          </a:p>
        </p:txBody>
      </p:sp>
      <p:sp>
        <p:nvSpPr>
          <p:cNvPr id="57" name="Down Arrow 56">
            <a:extLst>
              <a:ext uri="{FF2B5EF4-FFF2-40B4-BE49-F238E27FC236}">
                <a16:creationId xmlns:a16="http://schemas.microsoft.com/office/drawing/2014/main" id="{9C0DFD98-BBB4-53E1-D977-B32A4BA21CB2}"/>
              </a:ext>
            </a:extLst>
          </p:cNvPr>
          <p:cNvSpPr/>
          <p:nvPr/>
        </p:nvSpPr>
        <p:spPr>
          <a:xfrm rot="2179840">
            <a:off x="12097588" y="11918694"/>
            <a:ext cx="440436" cy="820420"/>
          </a:xfrm>
          <a:prstGeom prst="downArrow">
            <a:avLst>
              <a:gd name="adj1" fmla="val 50408"/>
              <a:gd name="adj2" fmla="val 4879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4"/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E0D8147D-4E69-357E-7FE3-6A237BC2C3D6}"/>
              </a:ext>
            </a:extLst>
          </p:cNvPr>
          <p:cNvSpPr/>
          <p:nvPr/>
        </p:nvSpPr>
        <p:spPr>
          <a:xfrm rot="18970625">
            <a:off x="13896313" y="12746929"/>
            <a:ext cx="437666" cy="822418"/>
          </a:xfrm>
          <a:prstGeom prst="downArrow">
            <a:avLst>
              <a:gd name="adj1" fmla="val 50408"/>
              <a:gd name="adj2" fmla="val 4879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4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FDB9703-CF71-2D3D-2528-F9AA5EE4DB2D}"/>
              </a:ext>
            </a:extLst>
          </p:cNvPr>
          <p:cNvGrpSpPr/>
          <p:nvPr/>
        </p:nvGrpSpPr>
        <p:grpSpPr>
          <a:xfrm>
            <a:off x="16896706" y="15286062"/>
            <a:ext cx="1463040" cy="1190272"/>
            <a:chOff x="16319055" y="8177463"/>
            <a:chExt cx="1549101" cy="1260288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98E8F5A1-3CDB-7646-1BBB-03CD491C8A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5029" b="8304"/>
            <a:stretch/>
          </p:blipFill>
          <p:spPr>
            <a:xfrm>
              <a:off x="16319055" y="8177463"/>
              <a:ext cx="1549101" cy="1029818"/>
            </a:xfrm>
            <a:prstGeom prst="rect">
              <a:avLst/>
            </a:prstGeom>
          </p:spPr>
        </p:pic>
        <p:pic>
          <p:nvPicPr>
            <p:cNvPr id="61" name="Graphic 60" descr="User with solid fill">
              <a:extLst>
                <a:ext uri="{FF2B5EF4-FFF2-40B4-BE49-F238E27FC236}">
                  <a16:creationId xmlns:a16="http://schemas.microsoft.com/office/drawing/2014/main" id="{DBEA28A0-9998-EDF1-7DF1-DCE9B5BAD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012924" y="8674777"/>
              <a:ext cx="762974" cy="762974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F751FBC-FBBC-E182-F0D2-F4A1ED76C030}"/>
              </a:ext>
            </a:extLst>
          </p:cNvPr>
          <p:cNvGrpSpPr/>
          <p:nvPr/>
        </p:nvGrpSpPr>
        <p:grpSpPr>
          <a:xfrm>
            <a:off x="16848740" y="16444271"/>
            <a:ext cx="1596456" cy="1212998"/>
            <a:chOff x="17983200" y="8153400"/>
            <a:chExt cx="1690365" cy="1284351"/>
          </a:xfrm>
        </p:grpSpPr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6D4DD865-E871-E56F-1ED0-1866327BB8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7298" b="8047"/>
            <a:stretch/>
          </p:blipFill>
          <p:spPr>
            <a:xfrm>
              <a:off x="17983200" y="8153400"/>
              <a:ext cx="1639086" cy="1098304"/>
            </a:xfrm>
            <a:prstGeom prst="rect">
              <a:avLst/>
            </a:prstGeom>
          </p:spPr>
        </p:pic>
        <p:pic>
          <p:nvPicPr>
            <p:cNvPr id="64" name="Graphic 63" descr="User with solid fill">
              <a:extLst>
                <a:ext uri="{FF2B5EF4-FFF2-40B4-BE49-F238E27FC236}">
                  <a16:creationId xmlns:a16="http://schemas.microsoft.com/office/drawing/2014/main" id="{922ECA2B-63DB-6CE0-5790-CAC583F00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910591" y="8674777"/>
              <a:ext cx="762974" cy="762974"/>
            </a:xfrm>
            <a:prstGeom prst="rect">
              <a:avLst/>
            </a:prstGeom>
          </p:spPr>
        </p:pic>
      </p:grpSp>
      <p:pic>
        <p:nvPicPr>
          <p:cNvPr id="65" name="Graphic 64">
            <a:extLst>
              <a:ext uri="{FF2B5EF4-FFF2-40B4-BE49-F238E27FC236}">
                <a16:creationId xmlns:a16="http://schemas.microsoft.com/office/drawing/2014/main" id="{85307381-7353-72A4-AA00-793B2DBDF6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5840212">
            <a:off x="17870205" y="9556263"/>
            <a:ext cx="1720948" cy="1367558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13914BE2-E6C0-B833-7753-2AAD2E7D0197}"/>
              </a:ext>
            </a:extLst>
          </p:cNvPr>
          <p:cNvSpPr/>
          <p:nvPr/>
        </p:nvSpPr>
        <p:spPr>
          <a:xfrm>
            <a:off x="17559351" y="8676945"/>
            <a:ext cx="2498689" cy="9668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67" b="1" dirty="0" err="1">
                <a:solidFill>
                  <a:schemeClr val="tx1"/>
                </a:solidFill>
              </a:rPr>
              <a:t>SpiroNet</a:t>
            </a:r>
            <a:r>
              <a:rPr lang="en-US" sz="2267" b="1" dirty="0">
                <a:solidFill>
                  <a:schemeClr val="tx1"/>
                </a:solidFill>
              </a:rPr>
              <a:t> [1]</a:t>
            </a:r>
          </a:p>
          <a:p>
            <a:pPr algn="ctr"/>
            <a:r>
              <a:rPr lang="en-US" sz="2267" b="1" dirty="0">
                <a:solidFill>
                  <a:schemeClr val="tx1"/>
                </a:solidFill>
              </a:rPr>
              <a:t>Neural Network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370BC64-A4A9-99C2-A9A7-D4A2370D850A}"/>
              </a:ext>
            </a:extLst>
          </p:cNvPr>
          <p:cNvCxnSpPr>
            <a:cxnSpLocks/>
          </p:cNvCxnSpPr>
          <p:nvPr/>
        </p:nvCxnSpPr>
        <p:spPr>
          <a:xfrm flipH="1">
            <a:off x="12099855" y="9162399"/>
            <a:ext cx="1491672" cy="154858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839FEE7-7183-F0DE-52F9-76E88CC80B9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2191" y="15527334"/>
            <a:ext cx="2698750" cy="28186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4CA03D-59CA-CABC-BC79-5EB35861D9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15962" y="15612629"/>
            <a:ext cx="2626783" cy="28186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AD6A27-9C95-B4C8-B93A-665EB9F8ADA8}"/>
              </a:ext>
            </a:extLst>
          </p:cNvPr>
          <p:cNvSpPr txBox="1"/>
          <p:nvPr/>
        </p:nvSpPr>
        <p:spPr>
          <a:xfrm>
            <a:off x="8361362" y="22414952"/>
            <a:ext cx="15544800" cy="55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22" dirty="0">
                <a:solidFill>
                  <a:srgbClr val="3F3F3F"/>
                </a:solidFill>
                <a:latin typeface="Helvetica" pitchFamily="2" charset="0"/>
              </a:rPr>
              <a:t>Note: Table is saved in </a:t>
            </a:r>
            <a:r>
              <a:rPr lang="en-US" sz="3022" dirty="0" err="1">
                <a:solidFill>
                  <a:srgbClr val="3F3F3F"/>
                </a:solidFill>
                <a:latin typeface="Helvetica" pitchFamily="2" charset="0"/>
              </a:rPr>
              <a:t>SimCLR</a:t>
            </a:r>
            <a:r>
              <a:rPr lang="en-US" sz="3022" dirty="0">
                <a:solidFill>
                  <a:srgbClr val="3F3F3F"/>
                </a:solidFill>
                <a:latin typeface="Helvetica" pitchFamily="2" charset="0"/>
              </a:rPr>
              <a:t> Spirometry manuscript (</a:t>
            </a:r>
            <a:r>
              <a:rPr lang="en-US" sz="3022" dirty="0" err="1">
                <a:solidFill>
                  <a:srgbClr val="3F3F3F"/>
                </a:solidFill>
                <a:latin typeface="Helvetica" pitchFamily="2" charset="0"/>
              </a:rPr>
              <a:t>GWAS_table</a:t>
            </a:r>
            <a:r>
              <a:rPr lang="en-US" sz="3022" dirty="0">
                <a:solidFill>
                  <a:srgbClr val="3F3F3F"/>
                </a:solidFill>
                <a:latin typeface="Helvetica" pitchFamily="2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3FEDB9-4BE1-6F6A-7D68-0FDA6A746661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388"/>
          <a:stretch/>
        </p:blipFill>
        <p:spPr>
          <a:xfrm>
            <a:off x="7961568" y="18995176"/>
            <a:ext cx="17485194" cy="333051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57E6FC5-C9D6-CC37-48E1-D058EACCBF92}"/>
              </a:ext>
            </a:extLst>
          </p:cNvPr>
          <p:cNvGrpSpPr/>
          <p:nvPr/>
        </p:nvGrpSpPr>
        <p:grpSpPr>
          <a:xfrm>
            <a:off x="8626962" y="25543805"/>
            <a:ext cx="10985844" cy="3250888"/>
            <a:chOff x="702210" y="20827194"/>
            <a:chExt cx="11632073" cy="344211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3CE3E33-697C-CF45-EBA2-37539495E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658380" y="21415214"/>
              <a:ext cx="2803359" cy="2743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26D3CB4-4662-A0CD-D8A4-E61960093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624676" y="21415215"/>
              <a:ext cx="2695699" cy="27432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81E3B9-3D3E-2918-FA22-A59D2B1E7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108358" y="21386410"/>
              <a:ext cx="4267200" cy="28829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3A4B75-236C-1C72-74E3-94420A5AB766}"/>
                </a:ext>
              </a:extLst>
            </p:cNvPr>
            <p:cNvSpPr/>
            <p:nvPr/>
          </p:nvSpPr>
          <p:spPr>
            <a:xfrm>
              <a:off x="702210" y="20827194"/>
              <a:ext cx="5739444" cy="5611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360" tIns="43180" rIns="86360" bIns="43180" rtlCol="0" anchor="t"/>
            <a:lstStyle/>
            <a:p>
              <a:pPr algn="ctr">
                <a:spcAft>
                  <a:spcPts val="1700"/>
                </a:spcAft>
              </a:pPr>
              <a:r>
                <a:rPr lang="en-US" sz="2644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A) Spirometry Exhalation Curve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B030AB-5570-F3AF-A105-5CA9D2E38104}"/>
                </a:ext>
              </a:extLst>
            </p:cNvPr>
            <p:cNvSpPr/>
            <p:nvPr/>
          </p:nvSpPr>
          <p:spPr>
            <a:xfrm>
              <a:off x="6594840" y="20827194"/>
              <a:ext cx="5739443" cy="8779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360" tIns="43180" rIns="86360" bIns="43180" rtlCol="0" anchor="t"/>
            <a:lstStyle/>
            <a:p>
              <a:pPr algn="ctr">
                <a:spcAft>
                  <a:spcPts val="1700"/>
                </a:spcAft>
              </a:pPr>
              <a:r>
                <a:rPr lang="en-US" sz="2644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B) COPD Subtyping from CT [4]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619484D-AEEF-4100-805B-82EC27ECE7EB}"/>
              </a:ext>
            </a:extLst>
          </p:cNvPr>
          <p:cNvSpPr/>
          <p:nvPr/>
        </p:nvSpPr>
        <p:spPr>
          <a:xfrm>
            <a:off x="9518214" y="28887083"/>
            <a:ext cx="10081457" cy="604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360" tIns="43180" rIns="86360" bIns="43180" rtlCol="0" anchor="t"/>
          <a:lstStyle/>
          <a:p>
            <a:pPr algn="ctr">
              <a:spcAft>
                <a:spcPts val="1700"/>
              </a:spcAft>
            </a:pPr>
            <a:r>
              <a:rPr lang="en-US" sz="2644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C) Airway-Predominant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FA2D092-950E-EC4E-B837-021FEDA9F0C0}"/>
              </a:ext>
            </a:extLst>
          </p:cNvPr>
          <p:cNvSpPr/>
          <p:nvPr/>
        </p:nvSpPr>
        <p:spPr>
          <a:xfrm>
            <a:off x="9370572" y="32721567"/>
            <a:ext cx="10229100" cy="829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360" tIns="43180" rIns="86360" bIns="43180" rtlCol="0" anchor="t"/>
          <a:lstStyle/>
          <a:p>
            <a:pPr algn="ctr">
              <a:spcAft>
                <a:spcPts val="1700"/>
              </a:spcAft>
            </a:pPr>
            <a:r>
              <a:rPr lang="en-US" sz="2644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D) Emphysema-Predominant</a:t>
            </a:r>
          </a:p>
        </p:txBody>
      </p:sp>
    </p:spTree>
    <p:extLst>
      <p:ext uri="{BB962C8B-B14F-4D97-AF65-F5344CB8AC3E}">
        <p14:creationId xmlns:p14="http://schemas.microsoft.com/office/powerpoint/2010/main" val="251968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FEAF45-8EEB-64EE-C578-C1D2B0990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00" y="5402072"/>
            <a:ext cx="30079402" cy="108285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B8A717-2FC9-8D7C-8C06-0F1FE23D0F3F}"/>
              </a:ext>
            </a:extLst>
          </p:cNvPr>
          <p:cNvSpPr/>
          <p:nvPr/>
        </p:nvSpPr>
        <p:spPr>
          <a:xfrm>
            <a:off x="2734733" y="5672666"/>
            <a:ext cx="2542822" cy="2254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1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46F323-2BB5-386E-700F-3201002D0B56}"/>
              </a:ext>
            </a:extLst>
          </p:cNvPr>
          <p:cNvSpPr/>
          <p:nvPr/>
        </p:nvSpPr>
        <p:spPr>
          <a:xfrm>
            <a:off x="16960145" y="5768622"/>
            <a:ext cx="3142544" cy="2254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16"/>
          </a:p>
        </p:txBody>
      </p:sp>
    </p:spTree>
    <p:extLst>
      <p:ext uri="{BB962C8B-B14F-4D97-AF65-F5344CB8AC3E}">
        <p14:creationId xmlns:p14="http://schemas.microsoft.com/office/powerpoint/2010/main" val="3339448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8686</TotalTime>
  <Words>47</Words>
  <Application>Microsoft Macintosh PowerPoint</Application>
  <PresentationFormat>Custom</PresentationFormat>
  <Paragraphs>12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Futura Medium</vt:lpstr>
      <vt:lpstr>Helvetica</vt:lpstr>
      <vt:lpstr>Helvetica Neue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Davin Hill</dc:creator>
  <cp:lastModifiedBy>Davin Hill</cp:lastModifiedBy>
  <cp:revision>90</cp:revision>
  <cp:lastPrinted>2023-10-30T22:55:27Z</cp:lastPrinted>
  <dcterms:created xsi:type="dcterms:W3CDTF">2022-02-27T06:02:49Z</dcterms:created>
  <dcterms:modified xsi:type="dcterms:W3CDTF">2023-11-01T02:09:30Z</dcterms:modified>
</cp:coreProperties>
</file>