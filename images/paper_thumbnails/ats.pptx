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82296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5" d="100"/>
          <a:sy n="125" d="100"/>
        </p:scale>
        <p:origin x="8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047539"/>
            <a:ext cx="6995160" cy="2228427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361902"/>
            <a:ext cx="6172200" cy="1545378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3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595757"/>
            <a:ext cx="7098030" cy="266255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4283500"/>
            <a:ext cx="7098030" cy="1400175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2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703917"/>
            <a:ext cx="349758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703917"/>
            <a:ext cx="349758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40785"/>
            <a:ext cx="709803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1569085"/>
            <a:ext cx="3481506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2338070"/>
            <a:ext cx="348150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569085"/>
            <a:ext cx="3498652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2338070"/>
            <a:ext cx="3498652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1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26720"/>
            <a:ext cx="2654260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921598"/>
            <a:ext cx="4166235" cy="4548717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920240"/>
            <a:ext cx="2654260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26720"/>
            <a:ext cx="2654260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921598"/>
            <a:ext cx="4166235" cy="4548717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920240"/>
            <a:ext cx="2654260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3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340783"/>
            <a:ext cx="177450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340783"/>
            <a:ext cx="522065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7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340785"/>
            <a:ext cx="709803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703917"/>
            <a:ext cx="709803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5932595"/>
            <a:ext cx="185166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5932595"/>
            <a:ext cx="277749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5932595"/>
            <a:ext cx="185166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C3C2A7A-021E-4632-E022-F1C1B3DB5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" y="0"/>
            <a:ext cx="8179449" cy="632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0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Davin Hill</dc:creator>
  <cp:lastModifiedBy>Davin Hill</cp:lastModifiedBy>
  <cp:revision>2</cp:revision>
  <dcterms:created xsi:type="dcterms:W3CDTF">2023-04-25T01:32:25Z</dcterms:created>
  <dcterms:modified xsi:type="dcterms:W3CDTF">2023-04-25T01:35:00Z</dcterms:modified>
</cp:coreProperties>
</file>